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11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191500" cy="10287000"/>
          </a:xfrm>
          <a:prstGeom prst="rect">
            <a:avLst/>
          </a:prstGeom>
          <a:solidFill>
            <a:srgbClr val="091A4A"/>
          </a:solidFill>
          <a:ln w="6350">
            <a:solidFill>
              <a:srgbClr val="1A2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29500" y="0"/>
            <a:ext cx="1143000" cy="10287000"/>
          </a:xfrm>
          <a:prstGeom prst="rect">
            <a:avLst/>
          </a:prstGeom>
          <a:solidFill>
            <a:srgbClr val="011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43250" y="4667250"/>
            <a:ext cx="190500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>
                <a:solidFill>
                  <a:srgbClr val="2A3A6E"/>
                </a:solidFill>
                <a:latin typeface="Calibri"/>
              </a:rPr>
              <a:t>PROPERTY PHOTO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53500" y="514350"/>
            <a:ext cx="476250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600" b="1" i="0">
                <a:solidFill>
                  <a:srgbClr val="01FFB7"/>
                </a:solidFill>
                <a:latin typeface="Bookman Old Style"/>
              </a:rPr>
              <a:t>Levy</a:t>
            </a:r>
            <a:r>
              <a:rPr sz="1600" b="0" i="0">
                <a:solidFill>
                  <a:srgbClr val="FFFFFF"/>
                </a:solidFill>
                <a:latin typeface="Bookman Old Style"/>
              </a:rPr>
              <a:t> Legacy Group.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53500" y="1066800"/>
            <a:ext cx="3810000" cy="2476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1FFB7"/>
                </a:solidFill>
                <a:latin typeface="Calibri"/>
              </a:rPr>
              <a:t>NOW LEASING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53500" y="1409700"/>
            <a:ext cx="8953500" cy="2667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Bookman Old Style"/>
              </a:rPr>
              <a:t>123
Main
Street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53500" y="4229100"/>
            <a:ext cx="895350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97B9FF"/>
                </a:solidFill>
                <a:latin typeface="Calibri"/>
              </a:rPr>
              <a:t>Brooklyn, New York  ·  11201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3500" y="4762500"/>
            <a:ext cx="1866899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Bookman Old Style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3500" y="5162550"/>
            <a:ext cx="1866899" cy="2095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97B9FF"/>
                </a:solidFill>
                <a:latin typeface="Calibri"/>
              </a:rPr>
              <a:t>BEDROOMS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34699" y="4800600"/>
            <a:ext cx="9525" cy="533400"/>
          </a:xfrm>
          <a:prstGeom prst="rect">
            <a:avLst/>
          </a:prstGeom>
          <a:solidFill>
            <a:srgbClr val="1A2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25199" y="4762500"/>
            <a:ext cx="1866899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Bookman Old Style"/>
              </a:rPr>
              <a:t>2.5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25199" y="5162550"/>
            <a:ext cx="1866899" cy="2095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97B9FF"/>
                </a:solidFill>
                <a:latin typeface="Calibri"/>
              </a:rPr>
              <a:t>BATHROOMS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106398" y="4800600"/>
            <a:ext cx="9525" cy="533400"/>
          </a:xfrm>
          <a:prstGeom prst="rect">
            <a:avLst/>
          </a:prstGeom>
          <a:solidFill>
            <a:srgbClr val="1A2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96898" y="4762500"/>
            <a:ext cx="1866899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Bookman Old Style"/>
              </a:rPr>
              <a:t>2,400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96898" y="5162550"/>
            <a:ext cx="1866899" cy="2095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97B9FF"/>
                </a:solidFill>
                <a:latin typeface="Calibri"/>
              </a:rPr>
              <a:t>SQ FT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278097" y="4800600"/>
            <a:ext cx="9525" cy="533400"/>
          </a:xfrm>
          <a:prstGeom prst="rect">
            <a:avLst/>
          </a:prstGeom>
          <a:solidFill>
            <a:srgbClr val="1A2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468597" y="4762500"/>
            <a:ext cx="1866899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Bookman Old Style"/>
              </a:rPr>
              <a:t>1931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468597" y="5162550"/>
            <a:ext cx="1866899" cy="2095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97B9FF"/>
                </a:solidFill>
                <a:latin typeface="Calibri"/>
              </a:rPr>
              <a:t>BUILT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3500" y="5867400"/>
            <a:ext cx="209550" cy="2857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01FFB7"/>
                </a:solidFill>
                <a:latin typeface="Calibri"/>
              </a:rPr>
              <a:t>$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2100" y="5810250"/>
            <a:ext cx="1714500" cy="5143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400" b="1" i="0">
                <a:solidFill>
                  <a:srgbClr val="01FFB7"/>
                </a:solidFill>
                <a:latin typeface="Bookman Old Style"/>
              </a:rPr>
              <a:t>5,500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29950" y="5943600"/>
            <a:ext cx="1143000" cy="2476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607090"/>
                </a:solidFill>
                <a:latin typeface="Calibri"/>
              </a:rPr>
              <a:t>PER MONTH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2344400" y="5886450"/>
            <a:ext cx="2571750" cy="342900"/>
          </a:xfrm>
          <a:prstGeom prst="rect">
            <a:avLst/>
          </a:prstGeom>
          <a:solidFill>
            <a:srgbClr val="091A4A"/>
          </a:solidFill>
          <a:ln w="9525">
            <a:solidFill>
              <a:srgbClr val="0180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58700" y="5962650"/>
            <a:ext cx="2457450" cy="2095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>
                <a:solidFill>
                  <a:srgbClr val="01FFB7"/>
                </a:solidFill>
                <a:latin typeface="Calibri"/>
              </a:rPr>
              <a:t>●  Available Aug 1, 2026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53500" y="6648450"/>
            <a:ext cx="8953500" cy="9525"/>
          </a:xfrm>
          <a:prstGeom prst="rect">
            <a:avLst/>
          </a:prstGeom>
          <a:solidFill>
            <a:srgbClr val="1A2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53500" y="6781800"/>
            <a:ext cx="2571750" cy="1714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7B9FF"/>
                </a:solidFill>
                <a:latin typeface="Calibri"/>
              </a:rPr>
              <a:t>LEASING CONTACT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3500" y="6972300"/>
            <a:ext cx="2571750" cy="3238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Bookman Old Style"/>
              </a:rPr>
              <a:t>Sarah Levy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15750" y="6781800"/>
            <a:ext cx="1714500" cy="1714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7B9FF"/>
                </a:solidFill>
                <a:latin typeface="Calibri"/>
              </a:rPr>
              <a:t>PHONE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15750" y="6972300"/>
            <a:ext cx="1809750" cy="2667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(212) 555-0148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639800" y="6781800"/>
            <a:ext cx="3429000" cy="1714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7B9FF"/>
                </a:solidFill>
                <a:latin typeface="Calibri"/>
              </a:rPr>
              <a:t>EMAIL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39800" y="6972300"/>
            <a:ext cx="3619500" cy="2667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leasing@levylegacygroup.com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53500" y="9944100"/>
            <a:ext cx="8953500" cy="2667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3A4870"/>
                </a:solidFill>
                <a:latin typeface="Calibri"/>
              </a:rPr>
              <a:t>Equal Housing Opportunity  ·  Licensed Real Estate Broker  ·  New York State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