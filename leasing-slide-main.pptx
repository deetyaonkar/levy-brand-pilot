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91500" cy="10287000"/>
          </a:xfrm>
          <a:prstGeom prst="rect">
            <a:avLst/>
          </a:prstGeom>
          <a:solidFill>
            <a:srgbClr val="091A4A"/>
          </a:solidFill>
          <a:ln w="6350">
            <a:solidFill>
              <a:srgbClr val="1A2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143250" y="4572000"/>
            <a:ext cx="1905000" cy="5715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/>
            <a:r>
              <a:rPr sz="1000" b="1" i="0">
                <a:solidFill>
                  <a:srgbClr val="2A3A6E"/>
                </a:solidFill>
                <a:latin typeface="Calibri"/>
              </a:rPr>
              <a:t>PROPERTY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429500" y="0"/>
            <a:ext cx="1143000" cy="102870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53500" y="533400"/>
            <a:ext cx="2857500" cy="3429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600" b="1" i="0">
                <a:solidFill>
                  <a:srgbClr val="01FFB7"/>
                </a:solidFill>
                <a:latin typeface="Bookman Old Style"/>
              </a:rPr>
              <a:t>Levy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5950" y="533400"/>
            <a:ext cx="2857500" cy="3429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ookman Old Style"/>
              </a:rPr>
              <a:t> Legacy Group.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0" y="1333500"/>
            <a:ext cx="3810000" cy="2667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100" b="1" i="0">
                <a:solidFill>
                  <a:srgbClr val="01FFB7"/>
                </a:solidFill>
                <a:latin typeface="Calibri"/>
              </a:rPr>
              <a:t>NOW LEASING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0" y="1695450"/>
            <a:ext cx="9372600" cy="25717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Bookman Old Style"/>
              </a:rPr>
              <a:t>123
Main
Street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0" y="4381500"/>
            <a:ext cx="9372600" cy="3048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300" b="0" i="0">
                <a:solidFill>
                  <a:srgbClr val="97B9FF"/>
                </a:solidFill>
                <a:latin typeface="Calibri"/>
              </a:rPr>
              <a:t>Brooklyn, New York  ·  11201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0" y="4953000"/>
            <a:ext cx="1905000" cy="4762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ookman Old Style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0" y="5391150"/>
            <a:ext cx="1905000" cy="2286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BEDROOMS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53750" y="4991100"/>
            <a:ext cx="9525" cy="5715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5200" y="4953000"/>
            <a:ext cx="1905000" cy="4762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ookman Old Style"/>
              </a:rPr>
              <a:t>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5200" y="5391150"/>
            <a:ext cx="1905000" cy="2286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BATHROOMS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125450" y="4991100"/>
            <a:ext cx="9525" cy="5715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96900" y="4953000"/>
            <a:ext cx="1905000" cy="4762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ookman Old Style"/>
              </a:rPr>
              <a:t>2,400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96900" y="5391150"/>
            <a:ext cx="1905000" cy="2286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SQ 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297150" y="4991100"/>
            <a:ext cx="9525" cy="5715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468600" y="4953000"/>
            <a:ext cx="1905000" cy="4762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ookman Old Style"/>
              </a:rPr>
              <a:t>1931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468600" y="5391150"/>
            <a:ext cx="1905000" cy="2286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BUILT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0" y="6096000"/>
            <a:ext cx="762000" cy="4191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2000" b="0" i="0">
                <a:solidFill>
                  <a:srgbClr val="01FFB7"/>
                </a:solidFill>
                <a:latin typeface="Bookman Old Style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0200" y="6096000"/>
            <a:ext cx="1905000" cy="5334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4400" b="1" i="0">
                <a:solidFill>
                  <a:srgbClr val="01FFB7"/>
                </a:solidFill>
                <a:latin typeface="Bookman Old Style"/>
              </a:rPr>
              <a:t>5,500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0875" y="6191250"/>
            <a:ext cx="1143000" cy="2667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000" b="1" i="0">
                <a:solidFill>
                  <a:srgbClr val="607090"/>
                </a:solidFill>
                <a:latin typeface="Calibri"/>
              </a:rPr>
              <a:t>PER MONTH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096750" y="6153150"/>
            <a:ext cx="2667000" cy="361950"/>
          </a:xfrm>
          <a:prstGeom prst="rect">
            <a:avLst/>
          </a:prstGeom>
          <a:solidFill>
            <a:srgbClr val="091A4A"/>
          </a:solidFill>
          <a:ln w="9525">
            <a:solidFill>
              <a:srgbClr val="018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87250" y="6219824"/>
            <a:ext cx="2476500" cy="2286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000" b="1" i="0">
                <a:solidFill>
                  <a:srgbClr val="01FFB7"/>
                </a:solidFill>
                <a:latin typeface="Calibri"/>
              </a:rPr>
              <a:t>●  Available Aug 1,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53500" y="6953250"/>
            <a:ext cx="9372600" cy="9525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3500" y="7105650"/>
            <a:ext cx="1905000" cy="1714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LEASING 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3500" y="7277100"/>
            <a:ext cx="2667000" cy="3429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Bookman Old Style"/>
              </a:rPr>
              <a:t>Sarah Levy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15750" y="7105650"/>
            <a:ext cx="1714500" cy="1714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15750" y="7277100"/>
            <a:ext cx="1905000" cy="2667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(212) 555-0148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20750" y="7105650"/>
            <a:ext cx="2476500" cy="17145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20750" y="7277100"/>
            <a:ext cx="3429000" cy="2667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leasing@levylegacygroup.com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3500" y="9829800"/>
            <a:ext cx="9372600" cy="30480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l"/>
            <a:r>
              <a:rPr sz="800" b="0" i="0">
                <a:solidFill>
                  <a:srgbClr val="3A4870"/>
                </a:solidFill>
                <a:latin typeface="Calibri"/>
              </a:rPr>
              <a:t>Equal Housing Opportunity  ·  Licensed Real Estate Broker  ·  New York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